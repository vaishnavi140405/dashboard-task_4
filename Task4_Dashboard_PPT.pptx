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65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Task 4: Power BI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Power BI Financial Dashboard Summary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sales and profit performance</a:t>
            </a:r>
          </a:p>
          <a:p>
            <a:r>
              <a:t>Understand product profitability</a:t>
            </a:r>
          </a:p>
          <a:p>
            <a:r>
              <a:t>Identify trends over months and years</a:t>
            </a:r>
          </a:p>
          <a:p>
            <a:r>
              <a:t>Enable interactive filtering via slicers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Dashboard Snapshot</a:t>
            </a:r>
          </a:p>
        </p:txBody>
      </p:sp>
      <p:pic>
        <p:nvPicPr>
          <p:cNvPr id="3" name="Picture 2" descr="7aa18c87-8244-486c-b712-5cc75fc470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630510" cy="42409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1. Scatter Chart: Sales vs Profit vs Units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Shows relationship between sales, profit, and units sold</a:t>
            </a:r>
          </a:p>
          <a:p>
            <a:r>
              <a:t>Each bubble represents a product (Paseo, Amarilla, Velo, etc.)</a:t>
            </a:r>
          </a:p>
          <a:p>
            <a:r>
              <a:t>Larger bubbles = higher units sold</a:t>
            </a:r>
          </a:p>
          <a:p>
            <a:r>
              <a:t>Paseo and Velo show strong performance</a:t>
            </a:r>
          </a:p>
          <a:p>
            <a:r>
              <a:t>Helps identify products with high impact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2. Monthly Sales &amp; Profit Trend (Bar + Line Chart)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Bar chart represents monthly sales</a:t>
            </a:r>
          </a:p>
          <a:p>
            <a:r>
              <a:t>Line chart represents monthly profit</a:t>
            </a:r>
          </a:p>
          <a:p>
            <a:r>
              <a:t>Clear seasonal variations visible</a:t>
            </a:r>
          </a:p>
          <a:p>
            <a:r>
              <a:t>Peak sales observed in December</a:t>
            </a:r>
          </a:p>
          <a:p>
            <a:r>
              <a:t>Useful for identifying performance cycles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Profit by Product (Bar Chart)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Displays total profit for each product</a:t>
            </a:r>
          </a:p>
          <a:p>
            <a:r>
              <a:t>Paseo is the highest profit-generating product</a:t>
            </a:r>
          </a:p>
          <a:p>
            <a:r>
              <a:t>Carretera shows the lowest profit</a:t>
            </a:r>
          </a:p>
          <a:p>
            <a:r>
              <a:t>Supports decision making for inventory &amp; marketing focus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4. KPI Cards: Total Profit &amp; Avg Profit per 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Profit: 16.89M</a:t>
            </a:r>
          </a:p>
          <a:p>
            <a:r>
              <a:t>Avg Profit per Unit: 15.01</a:t>
            </a:r>
          </a:p>
          <a:p>
            <a:r>
              <a:t>Gives overall business performance at a glance</a:t>
            </a:r>
          </a:p>
          <a:p>
            <a:r>
              <a:t>Helps stakeholders quickly assess profitability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Slicers: Product &amp; Segment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Filters available for product and customer segment</a:t>
            </a:r>
          </a:p>
          <a:p>
            <a:r>
              <a:t>Makes dashboard interactive and user-driven</a:t>
            </a:r>
          </a:p>
          <a:p>
            <a:r>
              <a:t>Allows personalized insights for each category</a:t>
            </a:r>
          </a:p>
          <a:p>
            <a:r>
              <a:t>Useful for targeted business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Final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Paseo is a strong performer in both sales and profit</a:t>
            </a:r>
          </a:p>
          <a:p>
            <a:r>
              <a:t>December sees the highest monthly sales</a:t>
            </a:r>
          </a:p>
          <a:p>
            <a:r>
              <a:t>Profit trends remain stable throughout the year</a:t>
            </a:r>
          </a:p>
          <a:p>
            <a:r>
              <a:t>Product performance varies across categories</a:t>
            </a:r>
          </a:p>
          <a:p>
            <a:r>
              <a:t>Interactive slicers enhance the decision-making process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95412"/>
            <a:ext cx="7772400" cy="1470025"/>
          </a:xfrm>
        </p:spPr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2209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dashboard enables strategic decision-making using visual trends, KPIs, and product-wise comparison. Interactivity enhances exploration and clarity.</a:t>
            </a: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282</Words>
  <Application>Microsoft Office PowerPoint</Application>
  <PresentationFormat>On-screen Show (4:3)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Task 4: Power BI Dashboard</vt:lpstr>
      <vt:lpstr>Dashboard Objective</vt:lpstr>
      <vt:lpstr>Full Dashboard Snapshot</vt:lpstr>
      <vt:lpstr>1. Scatter Chart: Sales vs Profit vs Units</vt:lpstr>
      <vt:lpstr>2. Monthly Sales &amp; Profit Trend (Bar + Line Chart)</vt:lpstr>
      <vt:lpstr>3. Profit by Product (Bar Chart)</vt:lpstr>
      <vt:lpstr>4. KPI Cards: Total Profit &amp; Avg Profit per Unit</vt:lpstr>
      <vt:lpstr>5. Slicers: Product &amp; Segment</vt:lpstr>
      <vt:lpstr>6. Final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2025-11-19T13:19:29Z</dcterms:modified>
  <cp:category/>
</cp:coreProperties>
</file>